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Phoenix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Update — 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Migration to the new platform is 80% complete</a:t>
            </a:r>
          </a:p>
          <a:p>
            <a:pPr lvl="1"/>
            <a:r>
              <a:t>Remaining workloads scheduled for November</a:t>
            </a:r>
          </a:p>
          <a:p>
            <a:pPr/>
            <a:r>
              <a:t>Customer satisfaction up 12 points since Q1</a:t>
            </a:r>
          </a:p>
          <a:p>
            <a:pPr lvl="1"/>
            <a:r>
              <a:t>Support tickets down 30%</a:t>
            </a:r>
          </a:p>
          <a:p>
            <a:pPr lvl="1"/>
            <a:r>
              <a:t>Onboarding time halved</a:t>
            </a:r>
          </a:p>
          <a:p>
            <a:pPr/>
            <a:r>
              <a:t>Hiring plan back on track with 6 new engineers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Wins vs. Watch-outs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Wins</a:t>
            </a:r>
          </a:p>
          <a:p>
            <a:pPr lvl="1"/>
            <a:r>
              <a:t>Launched partner portal</a:t>
            </a:r>
          </a:p>
          <a:p>
            <a:pPr lvl="1"/>
            <a:r>
              <a:t>Closed two enterprise deals</a:t>
            </a:r>
          </a:p>
          <a:p>
            <a:pPr lvl="1"/>
            <a:r>
              <a:t>Zero downtime this quarter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Watch-outs</a:t>
            </a:r>
          </a:p>
          <a:p>
            <a:pPr lvl="1"/>
            <a:r>
              <a:t>Cloud costs trending 8% over budget</a:t>
            </a:r>
          </a:p>
          <a:p>
            <a:pPr lvl="1"/>
            <a:r>
              <a:t>Key vendor contract renews in December</a:t>
            </a:r>
          </a:p>
          <a:p>
            <a:pPr lvl="1"/>
            <a:r>
              <a:t>Two open security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Finish platform migration and decommission legacy systems</a:t>
            </a:r>
          </a:p>
          <a:p>
            <a:r>
              <a:t>Ship self-service analytics to all customers</a:t>
            </a:r>
          </a:p>
          <a:p>
            <a:r>
              <a:t>Reduce cloud spend to budget</a:t>
            </a:r>
          </a:p>
          <a:p>
            <a:r>
              <a:t>Complete SOC 2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 phoenix-team@example.com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